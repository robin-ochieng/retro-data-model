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Retrocession Hub demo. Today, I’ll walk you through the platform’s key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Branding isn’t just cosmetic — it sets the tone. Users know exactly where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 onboarding simplified: smart defaults, flexible options, autosave for peace of 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and accuracy: enter once, reflected everywhere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Workflows mapped to industry practice. Feels instantly familiar to underwriters.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 move seamlessly between Excel and the Hub. Timestamp builds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built in, with shareable deep links for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obsessed over the details to make data entry effortless.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 modules provide deep insights with minimal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Designed to grow with new modules and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is non-negotiable. Testing around risky features ensures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Retrocession Hub combines simplicity and power — reducing errors, saving time, and giving professionals the tools they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Retrocession 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Reimagining Treaty Data Capture &amp;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Branding &amp;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Unified identity: 'Retrocession Hub'</a:t>
            </a:r>
          </a:p>
          <a:p>
            <a:pPr>
              <a:defRPr sz="1800"/>
            </a:pPr>
            <a:r>
              <a:t>Clear navigation: 'Client Details' tab replaces generic 'Header'</a:t>
            </a:r>
          </a:p>
          <a:p>
            <a:pPr>
              <a:defRPr sz="1800"/>
            </a:pPr>
            <a:r>
              <a:t>Consistency across Property &amp; Casualty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[Visual Suggestion: Brand logo + navigation bar illustration]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Details (Data Capture)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Smart dropdowns with defaults &amp; fallbacks</a:t>
            </a:r>
          </a:p>
          <a:p>
            <a:pPr>
              <a:defRPr sz="1800"/>
            </a:pPr>
            <a:r>
              <a:t>Date range picker with validation</a:t>
            </a:r>
          </a:p>
          <a:p>
            <a:pPr>
              <a:defRPr sz="1800"/>
            </a:pPr>
            <a:r>
              <a:t>Inline validation with clear error messages</a:t>
            </a:r>
          </a:p>
          <a:p>
            <a:pPr>
              <a:defRPr sz="1800"/>
            </a:pPr>
            <a:r>
              <a:t>Autosave ensures no work is lost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[Visual Suggestion: Form fields + calendar icon]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Meta &amp;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Centralized meta layer shared across steps</a:t>
            </a:r>
          </a:p>
          <a:p>
            <a:pPr>
              <a:defRPr sz="1800"/>
            </a:pPr>
            <a:r>
              <a:t>Updates auto-sync treaty type &amp; currency</a:t>
            </a:r>
          </a:p>
          <a:p>
            <a:pPr>
              <a:defRPr sz="1800"/>
            </a:pPr>
            <a:r>
              <a:t>Live edits reflect instantly across the wizard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[Visual Suggestion: Database sync arrows icon]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Property Path: Client Details → EPI Summary → Treaty Stats → Top Risks → Climate Exposure → Submit</a:t>
            </a:r>
          </a:p>
          <a:p>
            <a:pPr>
              <a:defRPr sz="1800"/>
            </a:pPr>
            <a:r>
              <a:t>Casualty Path: Client Details → EPI Summary → Treaty Stats → Rate Development → Motor Fleet → Submit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[Visual Suggestion: Flowchart or process diagram icon]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Persistence &amp; Autosave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Reliable cloud storage with Supabase</a:t>
            </a:r>
          </a:p>
          <a:p>
            <a:pPr>
              <a:defRPr sz="1800"/>
            </a:pPr>
            <a:r>
              <a:t>Transparent autosave with timestamp feedback</a:t>
            </a:r>
          </a:p>
          <a:p>
            <a:pPr>
              <a:defRPr sz="1800"/>
            </a:pPr>
            <a:r>
              <a:t>Bulk ingestion: paste directly from Excel</a:t>
            </a:r>
          </a:p>
          <a:p>
            <a:pPr>
              <a:defRPr sz="1800"/>
            </a:pPr>
            <a:r>
              <a:t>Exports to standardized Excel templates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[Visual Suggestion: Cloud + save icon]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Secure logins with Supabase authentication</a:t>
            </a:r>
          </a:p>
          <a:p>
            <a:pPr>
              <a:defRPr sz="1800"/>
            </a:pPr>
            <a:r>
              <a:t>Tab-level deep linking for quick collaboration</a:t>
            </a:r>
          </a:p>
          <a:p>
            <a:pPr>
              <a:defRPr sz="1800"/>
            </a:pPr>
            <a:r>
              <a:t>Session continuity across steps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[Visual Suggestion: Lock + link icon]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Modern, responsive design with Tailwind CSS</a:t>
            </a:r>
          </a:p>
          <a:p>
            <a:pPr>
              <a:defRPr sz="1800"/>
            </a:pPr>
            <a:r>
              <a:t>Paste-from-Excel available in all key tables</a:t>
            </a:r>
          </a:p>
          <a:p>
            <a:pPr>
              <a:defRPr sz="1800"/>
            </a:pPr>
            <a:r>
              <a:t>Robust parser: numbers stay intact, formatting preserved</a:t>
            </a:r>
          </a:p>
          <a:p>
            <a:pPr>
              <a:defRPr sz="1800"/>
            </a:pPr>
            <a:r>
              <a:t>Consistent labels &amp; normalized headers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[Visual Suggestion: Mobile/desktop screens + table icon]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EPI Summary: auto-propagates treaty type</a:t>
            </a:r>
          </a:p>
          <a:p>
            <a:pPr>
              <a:defRPr sz="1800"/>
            </a:pPr>
            <a:r>
              <a:t>Large Loss Triangulation: dynamic columns, Excel paste</a:t>
            </a:r>
          </a:p>
          <a:p>
            <a:pPr>
              <a:defRPr sz="1800"/>
            </a:pPr>
            <a:r>
              <a:t>Cresta Zone Control: structured exposure tables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[Visual Suggestion: Module grid icon]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Fast builds with Vite + HMR</a:t>
            </a:r>
          </a:p>
          <a:p>
            <a:pPr>
              <a:defRPr sz="1800"/>
            </a:pPr>
            <a:r>
              <a:t>Config-driven tab registry</a:t>
            </a:r>
          </a:p>
          <a:p>
            <a:pPr>
              <a:defRPr sz="1800"/>
            </a:pPr>
            <a:r>
              <a:t>Pre-commit docs generation &amp; Git hygiene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[Visual Suggestion: Code or terminal icon]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Automated tests with Vitest + React Testing Library</a:t>
            </a:r>
          </a:p>
          <a:p>
            <a:pPr>
              <a:defRPr sz="1800"/>
            </a:pPr>
            <a:r>
              <a:t>Coverage for autosave, parsing, clipboard operations</a:t>
            </a:r>
          </a:p>
          <a:p>
            <a:pPr>
              <a:defRPr sz="1800"/>
            </a:pPr>
            <a:r>
              <a:t>Next steps: integration tests &amp; edge cases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[Visual Suggestion: Checkmark + test tubes icon]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Retrocession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Effortless data capture. Reliable workflows. Built for reinsurance.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